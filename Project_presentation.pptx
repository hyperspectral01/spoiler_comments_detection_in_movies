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Lato" panose="020F0502020204030203" pitchFamily="3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1293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824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4DD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45325"/>
            <a:ext cx="115504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Comment Classification By Using DL Methods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07732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 an era of on-demand entertainment, </a:t>
            </a: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movie spoilers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have become a significant nuisance for audiences worldwide. A spoiler is any piece of information that reveals a crucial plot point, character fate, or surprise twist, potentially diminishing the viewing experience for those who haven't seen the content yet.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151590"/>
            <a:ext cx="130428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Many platforms currently rely on manual methods to combat this issue. For instance, streaming services like </a:t>
            </a: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Crunchyroll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and community forums like </a:t>
            </a: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Reddit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often depend on moderators and user reports to flag and remove spoiler-filled comments. This approach is not only labor-intensive and slow but also reactive, meaning many users are exposed to spoilers before they can be removed.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85835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project addresses the need for an </a:t>
            </a: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automated, proactive solution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to identify and manage spoilers in real-time, enhancing the user experience on content-sharing platforms.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5195" y="546497"/>
            <a:ext cx="6790730" cy="432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Project Overview &amp; Technical Requirements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5195" y="1411010"/>
            <a:ext cx="2594015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Input and Output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05195" y="1929765"/>
            <a:ext cx="6499027" cy="2157055"/>
          </a:xfrm>
          <a:prstGeom prst="roundRect">
            <a:avLst>
              <a:gd name="adj" fmla="val 5087"/>
            </a:avLst>
          </a:prstGeom>
          <a:solidFill>
            <a:srgbClr val="EFECE6"/>
          </a:solidFill>
          <a:ln w="22860">
            <a:solidFill>
              <a:srgbClr val="CBC5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2335" y="1929765"/>
            <a:ext cx="91440" cy="2157055"/>
          </a:xfrm>
          <a:prstGeom prst="roundRect">
            <a:avLst>
              <a:gd name="adj" fmla="val 28369"/>
            </a:avLst>
          </a:prstGeom>
          <a:solidFill>
            <a:srgbClr val="282824"/>
          </a:solidFill>
          <a:ln/>
        </p:spPr>
      </p:sp>
      <p:sp>
        <p:nvSpPr>
          <p:cNvPr id="6" name="Text 4"/>
          <p:cNvSpPr/>
          <p:nvPr/>
        </p:nvSpPr>
        <p:spPr>
          <a:xfrm>
            <a:off x="869513" y="2125504"/>
            <a:ext cx="2161699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Input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9513" y="2568654"/>
            <a:ext cx="6038969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model takes two primary inputs for each movie: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9513" y="3000851"/>
            <a:ext cx="6038969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</a:t>
            </a:r>
            <a:r>
              <a:rPr lang="en-US" sz="13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subtitle file</a:t>
            </a: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(.srt format) containing the complete dialogue of the movie.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9513" y="3337917"/>
            <a:ext cx="6038969" cy="553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Font typeface="+mj-lt"/>
              <a:buAutoNum type="arabicPeriod" startAt="2"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corresponding </a:t>
            </a:r>
            <a:r>
              <a:rPr lang="en-US" sz="13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comments file</a:t>
            </a: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(.csv format) where each comment is labeled as either "spoiler" or "non-spoiler".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05195" y="4259699"/>
            <a:ext cx="6499027" cy="2157055"/>
          </a:xfrm>
          <a:prstGeom prst="roundRect">
            <a:avLst>
              <a:gd name="adj" fmla="val 5087"/>
            </a:avLst>
          </a:prstGeom>
          <a:solidFill>
            <a:srgbClr val="EFECE6"/>
          </a:solidFill>
          <a:ln w="22860">
            <a:solidFill>
              <a:srgbClr val="CBC5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2335" y="4259699"/>
            <a:ext cx="91440" cy="2157055"/>
          </a:xfrm>
          <a:prstGeom prst="roundRect">
            <a:avLst>
              <a:gd name="adj" fmla="val 28369"/>
            </a:avLst>
          </a:prstGeom>
          <a:solidFill>
            <a:srgbClr val="282824"/>
          </a:solidFill>
          <a:ln/>
        </p:spPr>
      </p:sp>
      <p:sp>
        <p:nvSpPr>
          <p:cNvPr id="12" name="Text 10"/>
          <p:cNvSpPr/>
          <p:nvPr/>
        </p:nvSpPr>
        <p:spPr>
          <a:xfrm>
            <a:off x="869513" y="4455438"/>
            <a:ext cx="2161699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Output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69513" y="4898588"/>
            <a:ext cx="6038969" cy="553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model processes a given comment in the context of the movie's subtitles and outputs a binary classification: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69513" y="5607368"/>
            <a:ext cx="6038969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 (Spoiler)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69513" y="5944433"/>
            <a:ext cx="6038969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 (Non-Spoiler)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533799" y="1411010"/>
            <a:ext cx="3566755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Dependencies &amp; Requirements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533799" y="1929765"/>
            <a:ext cx="6499027" cy="2459474"/>
          </a:xfrm>
          <a:prstGeom prst="roundRect">
            <a:avLst>
              <a:gd name="adj" fmla="val 1055"/>
            </a:avLst>
          </a:prstGeom>
          <a:solidFill>
            <a:srgbClr val="EFECE6"/>
          </a:solidFill>
          <a:ln w="22860">
            <a:solidFill>
              <a:srgbClr val="CBC5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29538" y="2125504"/>
            <a:ext cx="2298502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Software Dependencies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729538" y="2568654"/>
            <a:ext cx="6107549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torch &amp; torch.nn: For building and training the neural network models.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729538" y="2905720"/>
            <a:ext cx="6107549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transformers: To leverage the pretrained language model from Hugging Face.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729538" y="3242786"/>
            <a:ext cx="6107549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pandas &amp; numpy: For data manipulation.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729538" y="3579852"/>
            <a:ext cx="6107549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scikit-learn: For calculating performance metrics like accuracy.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29538" y="3916918"/>
            <a:ext cx="6107549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matplotlib: For plotting training and validation curves.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533799" y="4562118"/>
            <a:ext cx="6499027" cy="2926318"/>
          </a:xfrm>
          <a:prstGeom prst="roundRect">
            <a:avLst>
              <a:gd name="adj" fmla="val 886"/>
            </a:avLst>
          </a:prstGeom>
          <a:solidFill>
            <a:srgbClr val="EFECE6"/>
          </a:solidFill>
          <a:ln w="22860">
            <a:solidFill>
              <a:srgbClr val="CBC5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29538" y="4757857"/>
            <a:ext cx="2917150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Hardware &amp; Pretrained Model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729538" y="5201007"/>
            <a:ext cx="6107549" cy="829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Hardware Requirements</a:t>
            </a: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 Training deep learning models of this complexity typically requires a </a:t>
            </a:r>
            <a:r>
              <a:rPr lang="en-US" sz="13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GPU (Graphics Processing Unit)</a:t>
            </a: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to handle the large-scale matrix computations efficiently.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729538" y="6186368"/>
            <a:ext cx="6107549" cy="1106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Pretrained Word Embedding Model</a:t>
            </a: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 The core of the feature extraction is the </a:t>
            </a:r>
            <a:r>
              <a:rPr lang="en-US" sz="13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allenai/scibert_scivocab_uncased</a:t>
            </a: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model from Hugging Face, a powerful BERT-based model pre-trained on a large corpus of scientific text, which provides rich semantic embeddings for the text data.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9131" y="715685"/>
            <a:ext cx="8109585" cy="47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Model Architecture - Part 1 (Subtitle Processor)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9131" y="1270159"/>
            <a:ext cx="4621411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Model 1: Processing Movie Subtitles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669131" y="1915358"/>
            <a:ext cx="13292137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first model in our pipeline is designed to understand and encode the entire movie script.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69131" y="3009781"/>
            <a:ext cx="4303276" cy="191095"/>
          </a:xfrm>
          <a:prstGeom prst="roundRect">
            <a:avLst>
              <a:gd name="adj" fmla="val 15008"/>
            </a:avLst>
          </a:prstGeom>
          <a:solidFill>
            <a:srgbClr val="E5DFD2"/>
          </a:solidFill>
          <a:ln/>
        </p:spPr>
      </p:sp>
      <p:sp>
        <p:nvSpPr>
          <p:cNvPr id="6" name="Text 4"/>
          <p:cNvSpPr/>
          <p:nvPr/>
        </p:nvSpPr>
        <p:spPr>
          <a:xfrm>
            <a:off x="860227" y="3391972"/>
            <a:ext cx="2389823" cy="29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Purpose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60227" y="3805238"/>
            <a:ext cx="3921085" cy="917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 read the full text from the .srt subtitle file and convert it into a sequence of meaningful numerical representations (hidden states).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163503" y="2722959"/>
            <a:ext cx="4303276" cy="191095"/>
          </a:xfrm>
          <a:prstGeom prst="roundRect">
            <a:avLst>
              <a:gd name="adj" fmla="val 15008"/>
            </a:avLst>
          </a:prstGeom>
          <a:solidFill>
            <a:srgbClr val="E5DFD2"/>
          </a:solidFill>
          <a:ln/>
        </p:spPr>
      </p:sp>
      <p:sp>
        <p:nvSpPr>
          <p:cNvPr id="9" name="Text 7"/>
          <p:cNvSpPr/>
          <p:nvPr/>
        </p:nvSpPr>
        <p:spPr>
          <a:xfrm>
            <a:off x="5354598" y="3105150"/>
            <a:ext cx="2389823" cy="29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Architecture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5354598" y="3518416"/>
            <a:ext cx="3921085" cy="917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Chunking</a:t>
            </a: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 The entire dialogue string is split into 20 equal-sized chunks. This breaks down the movie into manageable segments.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54598" y="4502944"/>
            <a:ext cx="3921085" cy="1223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Font typeface="+mj-lt"/>
              <a:buAutoNum type="arabicPeriod" startAt="2"/>
            </a:pPr>
            <a:r>
              <a:rPr lang="en-US" sz="15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Embedding</a:t>
            </a: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 Each chunk is passed through the pretrained scibert_scivocab_uncased model to generate high-dimensional word embeddings.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54598" y="5793343"/>
            <a:ext cx="3921085" cy="1529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Font typeface="+mj-lt"/>
              <a:buAutoNum type="arabicPeriod" startAt="3"/>
            </a:pPr>
            <a:r>
              <a:rPr lang="en-US" sz="15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Aggregation</a:t>
            </a: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 A </a:t>
            </a:r>
            <a:r>
              <a:rPr lang="en-US" sz="15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Gated Recurrent Unit (GRU)</a:t>
            </a: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a type of recurrent neural network, processes the sequence of embeddings for each chunk. The final hidden state of the GRU for each chunk is captured.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657874" y="2436257"/>
            <a:ext cx="4303276" cy="191095"/>
          </a:xfrm>
          <a:prstGeom prst="roundRect">
            <a:avLst>
              <a:gd name="adj" fmla="val 15008"/>
            </a:avLst>
          </a:prstGeom>
          <a:solidFill>
            <a:srgbClr val="E5DFD2"/>
          </a:solidFill>
          <a:ln/>
        </p:spPr>
      </p:sp>
      <p:sp>
        <p:nvSpPr>
          <p:cNvPr id="14" name="Text 12"/>
          <p:cNvSpPr/>
          <p:nvPr/>
        </p:nvSpPr>
        <p:spPr>
          <a:xfrm>
            <a:off x="9848969" y="2818448"/>
            <a:ext cx="2389823" cy="29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Output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9848969" y="3231713"/>
            <a:ext cx="3921085" cy="1223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model outputs a tensor of shape [20, 1024], representing 20 hidden states that summarize the narrative content of the movie's subtitles.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8391" y="360164"/>
            <a:ext cx="5780842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Model Architecture - Part 2 (Comment Processor)</a:t>
            </a:r>
            <a:endParaRPr lang="en-US" sz="2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391" y="1031319"/>
            <a:ext cx="2823091" cy="66923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79212" y="1015008"/>
            <a:ext cx="3198971" cy="245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Model 2: Processing User Comments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079212" y="1391483"/>
            <a:ext cx="81002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second model runs in parallel to the first and is responsible for understanding the user comments.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9212" y="1748314"/>
            <a:ext cx="8100298" cy="523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0181" y="2403158"/>
            <a:ext cx="1637109" cy="204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Purpose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210181" y="2738676"/>
            <a:ext cx="783836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 take a batch of user comments and convert each one into a single, representative hidden state vector.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9212" y="3079194"/>
            <a:ext cx="8100298" cy="523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0181" y="3734038"/>
            <a:ext cx="1637109" cy="204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6210181" y="4069556"/>
            <a:ext cx="783836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Font typeface="+mj-lt"/>
              <a:buAutoNum type="arabicPeriod"/>
            </a:pPr>
            <a:r>
              <a:rPr lang="en-US" sz="10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Embedding</a:t>
            </a: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 Similar to Model 1, each comment is passed through the scibert_scivocab_uncased model to generate word embeddings.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6210181" y="4324945"/>
            <a:ext cx="783836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Font typeface="+mj-lt"/>
              <a:buAutoNum type="arabicPeriod" startAt="2"/>
            </a:pPr>
            <a:r>
              <a:rPr lang="en-US" sz="10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Padding &amp; Truncation</a:t>
            </a: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 To handle comments of varying lengths, they are truncated to a maximum of 100 words and then padded with zeros to ensure they all have the same sequence length within a batch.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6210181" y="4789884"/>
            <a:ext cx="783836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Font typeface="+mj-lt"/>
              <a:buAutoNum type="arabicPeriod" startAt="3"/>
            </a:pPr>
            <a:r>
              <a:rPr lang="en-US" sz="10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Aggregation</a:t>
            </a: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 A GRU processes the sequence of embeddings for each comment.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9212" y="5130403"/>
            <a:ext cx="8100298" cy="5238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10181" y="5785247"/>
            <a:ext cx="1637109" cy="204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Output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6210181" y="6120765"/>
            <a:ext cx="783836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model outputs a tensor of shape [batch_size, 768], where each row is a vector that captures the semantic meaning of a single comment.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1753" y="847606"/>
            <a:ext cx="8995291" cy="494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b="1" dirty="0">
                <a:solidFill>
                  <a:srgbClr val="E8E4DD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Model Architecture - Part 3 (Attention Mechanism)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91753" y="1420773"/>
            <a:ext cx="3834884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DED8CD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Model 3: Finding the Context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91753" y="2087761"/>
            <a:ext cx="13246894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8E4D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model is the bridge between the movie subtitles and the user comments. It uses an attention mechanism to identify which parts of the movie are most relevant to a given comment.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91753" y="2942511"/>
            <a:ext cx="4283869" cy="4439483"/>
          </a:xfrm>
          <a:prstGeom prst="roundRect">
            <a:avLst>
              <a:gd name="adj" fmla="val 692"/>
            </a:avLst>
          </a:prstGeom>
          <a:solidFill>
            <a:srgbClr val="E5DFD2"/>
          </a:solidFill>
          <a:ln/>
        </p:spPr>
      </p:sp>
      <p:sp>
        <p:nvSpPr>
          <p:cNvPr id="6" name="Text 4"/>
          <p:cNvSpPr/>
          <p:nvPr/>
        </p:nvSpPr>
        <p:spPr>
          <a:xfrm>
            <a:off x="889397" y="3140154"/>
            <a:ext cx="2470785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Purpose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89397" y="3567470"/>
            <a:ext cx="3888581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 select the most relevant subtitle hidden states (from Model 1) for each comment hidden state (from Model 2).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173266" y="2942511"/>
            <a:ext cx="4283869" cy="4439483"/>
          </a:xfrm>
          <a:prstGeom prst="roundRect">
            <a:avLst>
              <a:gd name="adj" fmla="val 692"/>
            </a:avLst>
          </a:prstGeom>
          <a:solidFill>
            <a:srgbClr val="E5DFD2"/>
          </a:solidFill>
          <a:ln/>
        </p:spPr>
      </p:sp>
      <p:sp>
        <p:nvSpPr>
          <p:cNvPr id="9" name="Text 7"/>
          <p:cNvSpPr/>
          <p:nvPr/>
        </p:nvSpPr>
        <p:spPr>
          <a:xfrm>
            <a:off x="5370909" y="3140154"/>
            <a:ext cx="2470785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Architecture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370909" y="3567470"/>
            <a:ext cx="3888581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Font typeface="+mj-lt"/>
              <a:buAutoNum type="arabicPeriod"/>
            </a:pPr>
            <a:r>
              <a:rPr lang="en-US" sz="1550" b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Transformation</a:t>
            </a:r>
            <a:r>
              <a:rPr lang="en-US" sz="15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 Both the comment and subtitle hidden states are passed through separate linear layers to project them into a common dimensional space.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370909" y="4901565"/>
            <a:ext cx="3888581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Font typeface="+mj-lt"/>
              <a:buAutoNum type="arabicPeriod" startAt="2"/>
            </a:pPr>
            <a:r>
              <a:rPr lang="en-US" sz="1550" b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Attention Scores</a:t>
            </a:r>
            <a:r>
              <a:rPr lang="en-US" sz="15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 The model calculates the similarity between each comment and all 20 subtitle chunks using a dot product. This generates attention scores.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370909" y="6235660"/>
            <a:ext cx="3888581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Font typeface="+mj-lt"/>
              <a:buAutoNum type="arabicPeriod" startAt="3"/>
            </a:pPr>
            <a:r>
              <a:rPr lang="en-US" sz="1550" b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Top-K Selection</a:t>
            </a:r>
            <a:r>
              <a:rPr lang="en-US" sz="15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 Based on these scores, the model selects the </a:t>
            </a:r>
            <a:r>
              <a:rPr lang="en-US" sz="1550" b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top 2</a:t>
            </a:r>
            <a:r>
              <a:rPr lang="en-US" sz="15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most relevant subtitle hidden states for each comment.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9654778" y="2942511"/>
            <a:ext cx="4283869" cy="4439483"/>
          </a:xfrm>
          <a:prstGeom prst="roundRect">
            <a:avLst>
              <a:gd name="adj" fmla="val 692"/>
            </a:avLst>
          </a:prstGeom>
          <a:solidFill>
            <a:srgbClr val="E5DFD2"/>
          </a:solidFill>
          <a:ln/>
        </p:spPr>
      </p:sp>
      <p:sp>
        <p:nvSpPr>
          <p:cNvPr id="14" name="Text 12"/>
          <p:cNvSpPr/>
          <p:nvPr/>
        </p:nvSpPr>
        <p:spPr>
          <a:xfrm>
            <a:off x="9852422" y="3140154"/>
            <a:ext cx="2470785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Output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852422" y="3567470"/>
            <a:ext cx="3888581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model outputs a tensor of shape [batch_size, 2, 1024], which represents the two most relevant subtitle contexts for each comment in the batch.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921" y="519113"/>
            <a:ext cx="5740718" cy="36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Model Architecture - Part 4 (Final Classifier)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12921" y="944047"/>
            <a:ext cx="2566035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Model 4: The Final Verdict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12921" y="1438513"/>
            <a:ext cx="13604558" cy="234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final model in the pipeline takes all the processed information and makes the ultimate spoiler vs. non-spoiler prediction.</a:t>
            </a:r>
            <a:endParaRPr lang="en-US" sz="1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921" y="2002512"/>
            <a:ext cx="8019693" cy="1143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9368" y="2588538"/>
            <a:ext cx="1831777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Purpose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9368" y="2963942"/>
            <a:ext cx="7726799" cy="234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 classify each comment as a spoiler or not, based on its content and the relevant context from the movie subtitles.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711" y="3491270"/>
            <a:ext cx="7799903" cy="1143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9158" y="4077295"/>
            <a:ext cx="1831777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79158" y="4452699"/>
            <a:ext cx="7507010" cy="468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Font typeface="+mj-lt"/>
              <a:buAutoNum type="arabicPeriod"/>
            </a:pPr>
            <a:r>
              <a:rPr lang="en-US" sz="11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Concatenation</a:t>
            </a: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 The model takes the comment's hidden state (from Model 2) and concatenates it with the flattened top-2 subtitle context states (from Model 3).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879158" y="4972764"/>
            <a:ext cx="7507010" cy="703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Font typeface="+mj-lt"/>
              <a:buAutoNum type="arabicPeriod" startAt="2"/>
            </a:pPr>
            <a:r>
              <a:rPr lang="en-US" sz="11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Classification Network</a:t>
            </a: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 This combined tensor is then fed through a sequential network consisting of several fully connected linear layers with </a:t>
            </a:r>
            <a:r>
              <a:rPr lang="en-US" sz="11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ReLU</a:t>
            </a: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activation functions, </a:t>
            </a:r>
            <a:r>
              <a:rPr lang="en-US" sz="11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BatchNorm</a:t>
            </a: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for stabilization, and </a:t>
            </a:r>
            <a:r>
              <a:rPr lang="en-US" sz="11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Dropout</a:t>
            </a: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for regularization to prevent overfitting.</a:t>
            </a:r>
            <a:endParaRPr lang="en-US" sz="1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5968960"/>
            <a:ext cx="7580114" cy="1143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8947" y="6554986"/>
            <a:ext cx="1831777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Output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098947" y="6930390"/>
            <a:ext cx="7287220" cy="468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model outputs a final tensor of shape [batch_size, 2], providing the raw scores (logits) for the "non-spoiler" and "spoiler" classes for each comment. The class with the higher score is the final prediction.</a:t>
            </a:r>
            <a:endParaRPr lang="en-US" sz="11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7660" y="2002512"/>
            <a:ext cx="5227320" cy="5227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8419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Training and Results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346121"/>
            <a:ext cx="3665339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Reaching High Accuracy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2315647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model was trained on a dataset of </a:t>
            </a: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35 movies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and validated on a separate set of </a:t>
            </a: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 movies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 The training process used early stopping to prevent overfitting, halting when the validation accuracy no longer improved.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135755"/>
            <a:ext cx="624470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95.87%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2335054" y="5167551"/>
            <a:ext cx="31621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Best Validation Accuracy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5777032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Training Performance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 The model consistently learned to distinguish spoilers, as shown by the increasing accuracy and decreasing loss over epochs.</a:t>
            </a:r>
            <a:endParaRPr lang="en-US" sz="17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521" y="2366724"/>
            <a:ext cx="6244709" cy="208157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99521" y="4703445"/>
            <a:ext cx="3086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Sample Test Predictions: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599521" y="528458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test.log shows the model making nuanced predictions on unseen comments: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599521" y="621446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Thanos dies -&gt; Classified as </a:t>
            </a: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Spoiler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599521" y="665666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Salute to Tony Stark -&gt; Classified as </a:t>
            </a: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Non-Spoiler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599521" y="709886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Damn, in the end, Tony sacrifices. -&gt; Classified as Spoiler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443" y="538520"/>
            <a:ext cx="7773114" cy="979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Future Scope - Integration with Streaming Platforms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685443" y="1595914"/>
            <a:ext cx="4791313" cy="36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Creating a Spoiler-Free Environment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685443" y="2256711"/>
            <a:ext cx="7773114" cy="626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true potential of this project lies in its integration with real-world video streaming platforms.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443" y="3103721"/>
            <a:ext cx="489585" cy="48958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443" y="3838099"/>
            <a:ext cx="3444002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Automated Subtitle Generation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685443" y="4261485"/>
            <a:ext cx="7773114" cy="94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 content without existing subtitle files, </a:t>
            </a:r>
            <a:r>
              <a:rPr lang="en-US" sz="15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Speech-to-Text (STT)</a:t>
            </a: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technology can be employed to automatically transcribe the audio into a .srt file. This would allow the model to work with any video content, not just those with pre-made subtitles.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443" y="5593199"/>
            <a:ext cx="489585" cy="48958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5443" y="6327577"/>
            <a:ext cx="3040618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Dynamic Comment Blurring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685443" y="6750963"/>
            <a:ext cx="7773114" cy="94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model's output can be used to dynamically blur or hide comments identified as spoilers. Users could be given the option to reveal the comment if they choose, providing a customizable, spoiler-free viewing experience in comment sections and live chats.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7944" y="562808"/>
            <a:ext cx="7503319" cy="498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Future Scope - Deployment and Expansion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97944" y="1140976"/>
            <a:ext cx="4564142" cy="373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From Model to Production Service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697944" y="1813917"/>
            <a:ext cx="13234511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 make this model widely available, a robust deployment strategy is essential.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6651" y="3998714"/>
            <a:ext cx="3773805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Containerization and Deployment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697944" y="4429839"/>
            <a:ext cx="3902512" cy="1595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entire application, including the models and all dependencies, can be packaged into a </a:t>
            </a:r>
            <a:r>
              <a:rPr lang="en-US" sz="15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Docker container</a:t>
            </a: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 This container can then be deployed on cloud platforms (like AWS, GCP, or Azure) as a scalable microservice.</a:t>
            </a:r>
            <a:endParaRPr lang="en-US" sz="15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9196" y="2696051"/>
            <a:ext cx="4632008" cy="4632007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68851" y="4583966"/>
            <a:ext cx="298371" cy="29837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930289" y="2357318"/>
            <a:ext cx="2492812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MLOps Pipeline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9930289" y="2788444"/>
            <a:ext cx="4002167" cy="1914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full </a:t>
            </a:r>
            <a:r>
              <a:rPr lang="en-US" sz="15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Machine Learning Operations (MLOps)</a:t>
            </a: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pipeline can be established for continuous integration and deployment (CI/CD). This would automate the process of retraining the model on new data, testing, and deploying updated versions without downtime.</a:t>
            </a:r>
            <a:endParaRPr lang="en-US" sz="15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9196" y="2696051"/>
            <a:ext cx="4632008" cy="4632007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05847" y="3618964"/>
            <a:ext cx="298371" cy="29837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930289" y="5002054"/>
            <a:ext cx="2703790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Multi-Language Support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9930289" y="5433179"/>
            <a:ext cx="4002167" cy="2233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current model is designed for English. A significant future enhancement would be to train and deploy models for different languages, making the spoiler detection feature accessible to a global audience. This would involve collecting and labeling multilingual datasets.</a:t>
            </a:r>
            <a:endParaRPr lang="en-US" sz="15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99196" y="2696051"/>
            <a:ext cx="4632008" cy="4632007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23049" y="6385262"/>
            <a:ext cx="298371" cy="2983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9490" y="533876"/>
            <a:ext cx="5604034" cy="485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Conclusion and Parting Remarks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79490" y="1096804"/>
            <a:ext cx="6255544" cy="363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 Powerful Tool for a Better Viewing Experience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679490" y="1926669"/>
            <a:ext cx="7773352" cy="62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project successfully developed a sophisticated, multi-stage deep learning pipeline for the automated detection of movie spoilers.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79490" y="2766298"/>
            <a:ext cx="7773352" cy="1863090"/>
          </a:xfrm>
          <a:prstGeom prst="roundRect">
            <a:avLst>
              <a:gd name="adj" fmla="val 5890"/>
            </a:avLst>
          </a:prstGeom>
          <a:solidFill>
            <a:srgbClr val="EFECE6"/>
          </a:solidFill>
          <a:ln w="22860">
            <a:solidFill>
              <a:srgbClr val="CBC5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6630" y="2766298"/>
            <a:ext cx="91440" cy="1863090"/>
          </a:xfrm>
          <a:prstGeom prst="roundRect">
            <a:avLst>
              <a:gd name="adj" fmla="val 31850"/>
            </a:avLst>
          </a:prstGeom>
          <a:solidFill>
            <a:srgbClr val="282824"/>
          </a:solidFill>
          <a:ln/>
        </p:spPr>
      </p:sp>
      <p:sp>
        <p:nvSpPr>
          <p:cNvPr id="7" name="Text 5"/>
          <p:cNvSpPr/>
          <p:nvPr/>
        </p:nvSpPr>
        <p:spPr>
          <a:xfrm>
            <a:off x="965002" y="2983230"/>
            <a:ext cx="2426851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Key Achievement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5002" y="3480554"/>
            <a:ext cx="7270909" cy="931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system intelligently uses the context of a movie's subtitles to accurately determine if a comment contains a spoiler, achieving an impressive </a:t>
            </a:r>
            <a:r>
              <a:rPr lang="en-US" sz="15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validation accuracy of over 94%</a:t>
            </a: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79490" y="4823460"/>
            <a:ext cx="7773352" cy="1863090"/>
          </a:xfrm>
          <a:prstGeom prst="roundRect">
            <a:avLst>
              <a:gd name="adj" fmla="val 5890"/>
            </a:avLst>
          </a:prstGeom>
          <a:solidFill>
            <a:srgbClr val="EFECE6"/>
          </a:solidFill>
          <a:ln w="22860">
            <a:solidFill>
              <a:srgbClr val="CBC5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6630" y="4823460"/>
            <a:ext cx="91440" cy="1863090"/>
          </a:xfrm>
          <a:prstGeom prst="roundRect">
            <a:avLst>
              <a:gd name="adj" fmla="val 31850"/>
            </a:avLst>
          </a:prstGeom>
          <a:solidFill>
            <a:srgbClr val="282824"/>
          </a:solidFill>
          <a:ln/>
        </p:spPr>
      </p:sp>
      <p:sp>
        <p:nvSpPr>
          <p:cNvPr id="11" name="Text 9"/>
          <p:cNvSpPr/>
          <p:nvPr/>
        </p:nvSpPr>
        <p:spPr>
          <a:xfrm>
            <a:off x="965002" y="5040392"/>
            <a:ext cx="2426851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Impact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65002" y="5537716"/>
            <a:ext cx="7270909" cy="931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By automating a task that is currently slow and manual, this solution has the potential to significantly improve the user experience on any platform where movie and TV show discussions occur.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9490" y="6904911"/>
            <a:ext cx="7773352" cy="62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architecture is robust, the results are strong, and the future scope for integration and expansion is vast, making this a valuable and impactful project.</a:t>
            </a:r>
            <a:endParaRPr lang="en-US" sz="15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4093" y="1970365"/>
            <a:ext cx="5024318" cy="50243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1588</Words>
  <Application>Microsoft Office PowerPoint</Application>
  <PresentationFormat>Custom</PresentationFormat>
  <Paragraphs>112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Lato Bold</vt:lpstr>
      <vt:lpstr>Lato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Bhaumil</dc:creator>
  <cp:lastModifiedBy>Bhaumil Panchal</cp:lastModifiedBy>
  <cp:revision>2</cp:revision>
  <dcterms:created xsi:type="dcterms:W3CDTF">2025-10-30T07:55:16Z</dcterms:created>
  <dcterms:modified xsi:type="dcterms:W3CDTF">2025-10-30T07:58:44Z</dcterms:modified>
</cp:coreProperties>
</file>